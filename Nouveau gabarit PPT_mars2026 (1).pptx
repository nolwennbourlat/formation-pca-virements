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65" r:id="rId5"/>
    <p:sldId id="266" r:id="rId6"/>
    <p:sldId id="267" r:id="rId7"/>
    <p:sldId id="279" r:id="rId8"/>
    <p:sldId id="268" r:id="rId9"/>
    <p:sldId id="270" r:id="rId10"/>
    <p:sldId id="269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64" r:id="rId19"/>
    <p:sldId id="278" r:id="rId2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36A"/>
    <a:srgbClr val="F7A916"/>
    <a:srgbClr val="9F7A99"/>
    <a:srgbClr val="4B8F8B"/>
    <a:srgbClr val="DB3363"/>
    <a:srgbClr val="FF9C24"/>
    <a:srgbClr val="FFB924"/>
    <a:srgbClr val="FFD524"/>
    <a:srgbClr val="1D1D1B"/>
    <a:srgbClr val="C23E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841"/>
    <p:restoredTop sz="94702"/>
  </p:normalViewPr>
  <p:slideViewPr>
    <p:cSldViewPr snapToGrid="0">
      <p:cViewPr varScale="1">
        <p:scale>
          <a:sx n="107" d="100"/>
          <a:sy n="107" d="100"/>
        </p:scale>
        <p:origin x="116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Feuil1!$B$1</c:f>
              <c:strCache>
                <c:ptCount val="1"/>
                <c:pt idx="0">
                  <c:v>Série 1</c:v>
                </c:pt>
              </c:strCache>
            </c:strRef>
          </c:tx>
          <c:spPr>
            <a:solidFill>
              <a:srgbClr val="DB3363"/>
            </a:solidFill>
            <a:ln>
              <a:noFill/>
            </a:ln>
            <a:effectLst/>
          </c:spPr>
          <c:invertIfNegative val="0"/>
          <c:cat>
            <c:numRef>
              <c:f>Feuil1!$A$2:$A$4</c:f>
              <c:numCache>
                <c:formatCode>General</c:formatCode>
                <c:ptCount val="3"/>
                <c:pt idx="0">
                  <c:v>1999</c:v>
                </c:pt>
                <c:pt idx="1">
                  <c:v>2000</c:v>
                </c:pt>
                <c:pt idx="2">
                  <c:v>2001</c:v>
                </c:pt>
              </c:numCache>
            </c:numRef>
          </c:cat>
          <c:val>
            <c:numRef>
              <c:f>Feuil1!$B$2:$B$4</c:f>
              <c:numCache>
                <c:formatCode>General</c:formatCode>
                <c:ptCount val="3"/>
                <c:pt idx="0">
                  <c:v>450</c:v>
                </c:pt>
                <c:pt idx="1">
                  <c:v>100</c:v>
                </c:pt>
                <c:pt idx="2">
                  <c:v>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737-4253-BEA5-D477A8EEC25B}"/>
            </c:ext>
          </c:extLst>
        </c:ser>
        <c:ser>
          <c:idx val="1"/>
          <c:order val="1"/>
          <c:tx>
            <c:strRef>
              <c:f>Feuil1!$C$1</c:f>
              <c:strCache>
                <c:ptCount val="1"/>
                <c:pt idx="0">
                  <c:v>Série 2</c:v>
                </c:pt>
              </c:strCache>
            </c:strRef>
          </c:tx>
          <c:spPr>
            <a:solidFill>
              <a:srgbClr val="F7A916"/>
            </a:solidFill>
            <a:ln>
              <a:noFill/>
            </a:ln>
            <a:effectLst/>
          </c:spPr>
          <c:invertIfNegative val="0"/>
          <c:cat>
            <c:numRef>
              <c:f>Feuil1!$A$2:$A$4</c:f>
              <c:numCache>
                <c:formatCode>General</c:formatCode>
                <c:ptCount val="3"/>
                <c:pt idx="0">
                  <c:v>1999</c:v>
                </c:pt>
                <c:pt idx="1">
                  <c:v>2000</c:v>
                </c:pt>
                <c:pt idx="2">
                  <c:v>2001</c:v>
                </c:pt>
              </c:numCache>
            </c:numRef>
          </c:cat>
          <c:val>
            <c:numRef>
              <c:f>Feuil1!$C$2:$C$4</c:f>
              <c:numCache>
                <c:formatCode>General</c:formatCode>
                <c:ptCount val="3"/>
                <c:pt idx="0">
                  <c:v>200</c:v>
                </c:pt>
                <c:pt idx="1">
                  <c:v>400</c:v>
                </c:pt>
                <c:pt idx="2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737-4253-BEA5-D477A8EEC25B}"/>
            </c:ext>
          </c:extLst>
        </c:ser>
        <c:ser>
          <c:idx val="2"/>
          <c:order val="2"/>
          <c:tx>
            <c:strRef>
              <c:f>Feuil1!$D$1</c:f>
              <c:strCache>
                <c:ptCount val="1"/>
                <c:pt idx="0">
                  <c:v>Série 3</c:v>
                </c:pt>
              </c:strCache>
            </c:strRef>
          </c:tx>
          <c:spPr>
            <a:solidFill>
              <a:srgbClr val="9F7A99"/>
            </a:solidFill>
            <a:ln>
              <a:noFill/>
            </a:ln>
            <a:effectLst/>
          </c:spPr>
          <c:invertIfNegative val="0"/>
          <c:cat>
            <c:numRef>
              <c:f>Feuil1!$A$2:$A$4</c:f>
              <c:numCache>
                <c:formatCode>General</c:formatCode>
                <c:ptCount val="3"/>
                <c:pt idx="0">
                  <c:v>1999</c:v>
                </c:pt>
                <c:pt idx="1">
                  <c:v>2000</c:v>
                </c:pt>
                <c:pt idx="2">
                  <c:v>2001</c:v>
                </c:pt>
              </c:numCache>
            </c:numRef>
          </c:cat>
          <c:val>
            <c:numRef>
              <c:f>Feuil1!$D$2:$D$4</c:f>
              <c:numCache>
                <c:formatCode>General</c:formatCode>
                <c:ptCount val="3"/>
                <c:pt idx="0">
                  <c:v>300</c:v>
                </c:pt>
                <c:pt idx="1">
                  <c:v>200</c:v>
                </c:pt>
                <c:pt idx="2">
                  <c:v>300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737-4253-BEA5-D477A8EEC25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5"/>
        <c:axId val="1623343999"/>
        <c:axId val="1671943871"/>
      </c:barChart>
      <c:catAx>
        <c:axId val="16233439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DM Sans 14pt" pitchFamily="2" charset="77"/>
                <a:ea typeface="+mn-ea"/>
                <a:cs typeface="+mn-cs"/>
              </a:defRPr>
            </a:pPr>
            <a:endParaRPr lang="fr-FR"/>
          </a:p>
        </c:txPr>
        <c:crossAx val="1671943871"/>
        <c:crosses val="autoZero"/>
        <c:auto val="1"/>
        <c:lblAlgn val="ctr"/>
        <c:lblOffset val="100"/>
        <c:noMultiLvlLbl val="0"/>
      </c:catAx>
      <c:valAx>
        <c:axId val="167194387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DM Sans 14pt" pitchFamily="2" charset="77"/>
                <a:ea typeface="+mn-ea"/>
                <a:cs typeface="+mn-cs"/>
              </a:defRPr>
            </a:pPr>
            <a:endParaRPr lang="fr-FR"/>
          </a:p>
        </c:txPr>
        <c:crossAx val="16233439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raphique 32">
            <a:extLst>
              <a:ext uri="{FF2B5EF4-FFF2-40B4-BE49-F238E27FC236}">
                <a16:creationId xmlns:a16="http://schemas.microsoft.com/office/drawing/2014/main" id="{AC8E442B-E9E7-C8B9-E255-794AAC4C83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7321"/>
          <a:stretch>
            <a:fillRect/>
          </a:stretch>
        </p:blipFill>
        <p:spPr>
          <a:xfrm>
            <a:off x="8186448" y="0"/>
            <a:ext cx="4005552" cy="68580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EB85F32F-46A6-A644-7DB3-880EF4812E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3961" y="2162067"/>
            <a:ext cx="6711860" cy="1160252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0951829-41D3-BE8A-29C5-CDCAE7FD13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3961" y="3370553"/>
            <a:ext cx="6711860" cy="771514"/>
          </a:xfrm>
        </p:spPr>
        <p:txBody>
          <a:bodyPr>
            <a:normAutofit/>
          </a:bodyPr>
          <a:lstStyle>
            <a:lvl1pPr marL="0" indent="0" algn="l">
              <a:buNone/>
              <a:defRPr sz="2100" b="1">
                <a:solidFill>
                  <a:srgbClr val="00536A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Modifiez le style des sous-titres du masque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B887F0DB-E904-CB8E-CBF6-6E2EAE670618}"/>
              </a:ext>
            </a:extLst>
          </p:cNvPr>
          <p:cNvCxnSpPr>
            <a:cxnSpLocks/>
          </p:cNvCxnSpPr>
          <p:nvPr userDrawn="1"/>
        </p:nvCxnSpPr>
        <p:spPr>
          <a:xfrm>
            <a:off x="720936" y="2162067"/>
            <a:ext cx="0" cy="1980000"/>
          </a:xfrm>
          <a:prstGeom prst="line">
            <a:avLst/>
          </a:prstGeom>
          <a:ln w="63500" cap="rnd">
            <a:solidFill>
              <a:srgbClr val="F7A916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ZoneTexte 20">
            <a:extLst>
              <a:ext uri="{FF2B5EF4-FFF2-40B4-BE49-F238E27FC236}">
                <a16:creationId xmlns:a16="http://schemas.microsoft.com/office/drawing/2014/main" id="{4459E183-6670-2FFD-F9D5-9139815A2F5A}"/>
              </a:ext>
            </a:extLst>
          </p:cNvPr>
          <p:cNvSpPr txBox="1"/>
          <p:nvPr userDrawn="1"/>
        </p:nvSpPr>
        <p:spPr>
          <a:xfrm>
            <a:off x="8632865" y="5540271"/>
            <a:ext cx="3112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i="0" dirty="0">
                <a:solidFill>
                  <a:srgbClr val="00536A"/>
                </a:solidFill>
                <a:latin typeface="Poppins" pitchFamily="2" charset="77"/>
                <a:cs typeface="Poppins" pitchFamily="2" charset="77"/>
              </a:rPr>
              <a:t>apf-francehandicap.org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84F476A-6731-4173-924A-E05DDC3A217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750849" y="2022953"/>
            <a:ext cx="2941414" cy="2166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108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, sous-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94D84BC-D185-A493-9167-374EC80866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500" b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 sz="1500" b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 sz="1500" b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500" b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500" b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BB6A7C7-5D5C-7162-0E44-E6C6B0A11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DDD5A40-1F35-4846-A617-3541B44C35BC}" type="slidenum">
              <a:rPr lang="fr-FR" smtClean="0"/>
              <a:t>‹N°›</a:t>
            </a:fld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0CB97D9A-7BAA-4617-A923-4804F5D43F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94942" y="5611199"/>
            <a:ext cx="890353" cy="655746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5F311FD4-1C58-4219-9ABD-1910357609E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256832" y="6324526"/>
            <a:ext cx="6935168" cy="533474"/>
          </a:xfrm>
          <a:prstGeom prst="rect">
            <a:avLst/>
          </a:prstGeom>
        </p:spPr>
      </p:pic>
      <p:sp>
        <p:nvSpPr>
          <p:cNvPr id="10" name="Titre 1">
            <a:extLst>
              <a:ext uri="{FF2B5EF4-FFF2-40B4-BE49-F238E27FC236}">
                <a16:creationId xmlns:a16="http://schemas.microsoft.com/office/drawing/2014/main" id="{2467EFDA-D3B1-47CD-B4CD-21FC4F153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5746"/>
          </a:xfrm>
        </p:spPr>
        <p:txBody>
          <a:bodyPr lIns="0">
            <a:normAutofit/>
          </a:bodyPr>
          <a:lstStyle>
            <a:lvl1pPr>
              <a:defRPr sz="2800"/>
            </a:lvl1pPr>
          </a:lstStyle>
          <a:p>
            <a:r>
              <a:rPr lang="fr-FR" dirty="0"/>
              <a:t>Modifiez le style du titre</a:t>
            </a:r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FED62038-7E1D-4DF8-892F-F15A432A8C52}"/>
              </a:ext>
            </a:extLst>
          </p:cNvPr>
          <p:cNvCxnSpPr>
            <a:cxnSpLocks/>
          </p:cNvCxnSpPr>
          <p:nvPr userDrawn="1"/>
        </p:nvCxnSpPr>
        <p:spPr>
          <a:xfrm>
            <a:off x="570623" y="365125"/>
            <a:ext cx="0" cy="975160"/>
          </a:xfrm>
          <a:prstGeom prst="line">
            <a:avLst/>
          </a:prstGeom>
          <a:ln w="63500" cap="rnd">
            <a:solidFill>
              <a:srgbClr val="F7A916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ous-titre 2">
            <a:extLst>
              <a:ext uri="{FF2B5EF4-FFF2-40B4-BE49-F238E27FC236}">
                <a16:creationId xmlns:a16="http://schemas.microsoft.com/office/drawing/2014/main" id="{1EB96B21-CE7A-4FCC-85C8-3C7EA668B4DE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838200" y="989557"/>
            <a:ext cx="6711860" cy="350728"/>
          </a:xfrm>
        </p:spPr>
        <p:txBody>
          <a:bodyPr lIns="0">
            <a:normAutofit/>
          </a:bodyPr>
          <a:lstStyle>
            <a:lvl1pPr marL="0" indent="0" algn="l">
              <a:buNone/>
              <a:defRPr sz="1700" b="1">
                <a:solidFill>
                  <a:srgbClr val="00536A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Modifiez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1232166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94D84BC-D185-A493-9167-374EC80866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500" b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 sz="1500" b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 sz="1500" b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500" b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500" b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BB6A7C7-5D5C-7162-0E44-E6C6B0A11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DDD5A40-1F35-4846-A617-3541B44C35BC}" type="slidenum">
              <a:rPr lang="fr-FR" smtClean="0"/>
              <a:t>‹N°›</a:t>
            </a:fld>
            <a:endParaRPr lang="fr-FR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5F311FD4-1C58-4219-9ABD-1910357609E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56832" y="6324526"/>
            <a:ext cx="6935168" cy="533474"/>
          </a:xfrm>
          <a:prstGeom prst="rect">
            <a:avLst/>
          </a:prstGeom>
        </p:spPr>
      </p:pic>
      <p:sp>
        <p:nvSpPr>
          <p:cNvPr id="10" name="Titre 1">
            <a:extLst>
              <a:ext uri="{FF2B5EF4-FFF2-40B4-BE49-F238E27FC236}">
                <a16:creationId xmlns:a16="http://schemas.microsoft.com/office/drawing/2014/main" id="{2467EFDA-D3B1-47CD-B4CD-21FC4F153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75159"/>
          </a:xfrm>
        </p:spPr>
        <p:txBody>
          <a:bodyPr lIns="0">
            <a:normAutofit/>
          </a:bodyPr>
          <a:lstStyle>
            <a:lvl1pPr>
              <a:defRPr sz="2800"/>
            </a:lvl1pPr>
          </a:lstStyle>
          <a:p>
            <a:r>
              <a:rPr lang="fr-FR" dirty="0"/>
              <a:t>Modifiez le style du titre</a:t>
            </a:r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FED62038-7E1D-4DF8-892F-F15A432A8C52}"/>
              </a:ext>
            </a:extLst>
          </p:cNvPr>
          <p:cNvCxnSpPr>
            <a:cxnSpLocks/>
          </p:cNvCxnSpPr>
          <p:nvPr userDrawn="1"/>
        </p:nvCxnSpPr>
        <p:spPr>
          <a:xfrm>
            <a:off x="570623" y="365125"/>
            <a:ext cx="0" cy="975160"/>
          </a:xfrm>
          <a:prstGeom prst="line">
            <a:avLst/>
          </a:prstGeom>
          <a:ln w="63500" cap="rnd">
            <a:solidFill>
              <a:srgbClr val="F7A916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Image 7">
            <a:extLst>
              <a:ext uri="{FF2B5EF4-FFF2-40B4-BE49-F238E27FC236}">
                <a16:creationId xmlns:a16="http://schemas.microsoft.com/office/drawing/2014/main" id="{9814151D-42BC-4E0F-A3C7-7CD99F4C5FC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094942" y="5611199"/>
            <a:ext cx="890353" cy="655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572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, sous-titre et contenu avec illustr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AAFB129-B490-C76C-58FD-C10C069A0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5746"/>
          </a:xfrm>
        </p:spPr>
        <p:txBody>
          <a:bodyPr lIns="0">
            <a:normAutofit/>
          </a:bodyPr>
          <a:lstStyle>
            <a:lvl1pPr>
              <a:defRPr sz="2800"/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F293727-307B-AD22-16C8-8E29CED44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1738" y="6387665"/>
            <a:ext cx="795397" cy="365125"/>
          </a:xfrm>
          <a:prstGeom prst="rect">
            <a:avLst/>
          </a:prstGeom>
        </p:spPr>
        <p:txBody>
          <a:bodyPr/>
          <a:lstStyle>
            <a:lvl1pPr algn="ctr">
              <a:defRPr sz="2300" b="1" i="0">
                <a:solidFill>
                  <a:srgbClr val="00536A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fld id="{9DDD5A40-1F35-4846-A617-3541B44C35BC}" type="slidenum">
              <a:rPr lang="fr-FR" smtClean="0"/>
              <a:pPr/>
              <a:t>‹N°›</a:t>
            </a:fld>
            <a:endParaRPr lang="fr-FR" dirty="0"/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FF35C073-DA7B-E7E9-053E-AC5AE97B33D4}"/>
              </a:ext>
            </a:extLst>
          </p:cNvPr>
          <p:cNvCxnSpPr>
            <a:cxnSpLocks/>
          </p:cNvCxnSpPr>
          <p:nvPr userDrawn="1"/>
        </p:nvCxnSpPr>
        <p:spPr>
          <a:xfrm>
            <a:off x="570623" y="365125"/>
            <a:ext cx="0" cy="975160"/>
          </a:xfrm>
          <a:prstGeom prst="line">
            <a:avLst/>
          </a:prstGeom>
          <a:ln w="63500" cap="rnd">
            <a:solidFill>
              <a:srgbClr val="F7A916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ous-titre 2">
            <a:extLst>
              <a:ext uri="{FF2B5EF4-FFF2-40B4-BE49-F238E27FC236}">
                <a16:creationId xmlns:a16="http://schemas.microsoft.com/office/drawing/2014/main" id="{642787DA-7DBB-6285-9A07-C12176F62A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989557"/>
            <a:ext cx="6711860" cy="350728"/>
          </a:xfrm>
        </p:spPr>
        <p:txBody>
          <a:bodyPr lIns="0">
            <a:normAutofit/>
          </a:bodyPr>
          <a:lstStyle>
            <a:lvl1pPr marL="0" indent="0" algn="l">
              <a:buNone/>
              <a:defRPr sz="1700" b="1">
                <a:solidFill>
                  <a:srgbClr val="00536A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Modifiez le style des sous-titres du masque</a:t>
            </a:r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AB8D34CC-9B35-07E0-B5ED-B719CC83495C}"/>
              </a:ext>
            </a:extLst>
          </p:cNvPr>
          <p:cNvCxnSpPr>
            <a:cxnSpLocks/>
          </p:cNvCxnSpPr>
          <p:nvPr userDrawn="1"/>
        </p:nvCxnSpPr>
        <p:spPr>
          <a:xfrm>
            <a:off x="3257456" y="2453840"/>
            <a:ext cx="0" cy="2456363"/>
          </a:xfrm>
          <a:prstGeom prst="line">
            <a:avLst/>
          </a:prstGeom>
          <a:ln w="63500" cap="rnd">
            <a:solidFill>
              <a:srgbClr val="00536A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space réservé du texte 3">
            <a:extLst>
              <a:ext uri="{FF2B5EF4-FFF2-40B4-BE49-F238E27FC236}">
                <a16:creationId xmlns:a16="http://schemas.microsoft.com/office/drawing/2014/main" id="{E248570E-B766-F708-3C5A-BD76D531B6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617823" y="2453840"/>
            <a:ext cx="7367485" cy="544165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sz="1700" b="1" i="0">
                <a:solidFill>
                  <a:srgbClr val="00536A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15" name="Espace réservé du texte 3">
            <a:extLst>
              <a:ext uri="{FF2B5EF4-FFF2-40B4-BE49-F238E27FC236}">
                <a16:creationId xmlns:a16="http://schemas.microsoft.com/office/drawing/2014/main" id="{5535D334-4887-6A03-C413-EB48A8ABBD07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3617823" y="3215148"/>
            <a:ext cx="7367491" cy="1695055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sz="1500" b="0" i="0">
                <a:solidFill>
                  <a:srgbClr val="1D1D1B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pic>
        <p:nvPicPr>
          <p:cNvPr id="20" name="Graphique 19">
            <a:extLst>
              <a:ext uri="{FF2B5EF4-FFF2-40B4-BE49-F238E27FC236}">
                <a16:creationId xmlns:a16="http://schemas.microsoft.com/office/drawing/2014/main" id="{2DE71423-E8F0-4F62-6F83-9F0E4559E32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77895" y="2163168"/>
            <a:ext cx="1120335" cy="3004535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B68F4F27-F53A-4682-8032-93CAEED2955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256832" y="6324526"/>
            <a:ext cx="6935168" cy="533474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2A83510D-9716-4C4A-9943-9F2672CFCEB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094942" y="5611199"/>
            <a:ext cx="890353" cy="655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826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, sous-titre et contenu avec pic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AAFB129-B490-C76C-58FD-C10C069A0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1540"/>
            <a:ext cx="10515600" cy="655746"/>
          </a:xfrm>
        </p:spPr>
        <p:txBody>
          <a:bodyPr lIns="0">
            <a:normAutofit/>
          </a:bodyPr>
          <a:lstStyle>
            <a:lvl1pPr>
              <a:defRPr sz="2800"/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F293727-307B-AD22-16C8-8E29CED44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1738" y="6387665"/>
            <a:ext cx="795397" cy="365125"/>
          </a:xfrm>
          <a:prstGeom prst="rect">
            <a:avLst/>
          </a:prstGeom>
        </p:spPr>
        <p:txBody>
          <a:bodyPr/>
          <a:lstStyle>
            <a:lvl1pPr algn="ctr">
              <a:defRPr sz="2300" b="1" i="0">
                <a:solidFill>
                  <a:srgbClr val="00536A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fld id="{9DDD5A40-1F35-4846-A617-3541B44C35BC}" type="slidenum">
              <a:rPr lang="fr-FR" smtClean="0"/>
              <a:pPr/>
              <a:t>‹N°›</a:t>
            </a:fld>
            <a:endParaRPr lang="fr-FR" dirty="0"/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FF35C073-DA7B-E7E9-053E-AC5AE97B33D4}"/>
              </a:ext>
            </a:extLst>
          </p:cNvPr>
          <p:cNvCxnSpPr>
            <a:cxnSpLocks/>
          </p:cNvCxnSpPr>
          <p:nvPr userDrawn="1"/>
        </p:nvCxnSpPr>
        <p:spPr>
          <a:xfrm>
            <a:off x="570623" y="365125"/>
            <a:ext cx="0" cy="975160"/>
          </a:xfrm>
          <a:prstGeom prst="line">
            <a:avLst/>
          </a:prstGeom>
          <a:ln w="63500" cap="rnd">
            <a:solidFill>
              <a:srgbClr val="F7A916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ous-titre 2">
            <a:extLst>
              <a:ext uri="{FF2B5EF4-FFF2-40B4-BE49-F238E27FC236}">
                <a16:creationId xmlns:a16="http://schemas.microsoft.com/office/drawing/2014/main" id="{642787DA-7DBB-6285-9A07-C12176F62A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989557"/>
            <a:ext cx="6711860" cy="350728"/>
          </a:xfrm>
        </p:spPr>
        <p:txBody>
          <a:bodyPr lIns="0">
            <a:normAutofit/>
          </a:bodyPr>
          <a:lstStyle>
            <a:lvl1pPr marL="0" indent="0" algn="l">
              <a:buNone/>
              <a:defRPr sz="1700" b="1">
                <a:solidFill>
                  <a:srgbClr val="00536A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Modifiez le style des sous-titres du masque</a:t>
            </a:r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AB8D34CC-9B35-07E0-B5ED-B719CC83495C}"/>
              </a:ext>
            </a:extLst>
          </p:cNvPr>
          <p:cNvCxnSpPr>
            <a:cxnSpLocks/>
          </p:cNvCxnSpPr>
          <p:nvPr userDrawn="1"/>
        </p:nvCxnSpPr>
        <p:spPr>
          <a:xfrm>
            <a:off x="2548329" y="2276672"/>
            <a:ext cx="0" cy="802430"/>
          </a:xfrm>
          <a:prstGeom prst="line">
            <a:avLst/>
          </a:prstGeom>
          <a:ln w="63500" cap="rnd">
            <a:solidFill>
              <a:srgbClr val="F7A916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space réservé du texte 3">
            <a:extLst>
              <a:ext uri="{FF2B5EF4-FFF2-40B4-BE49-F238E27FC236}">
                <a16:creationId xmlns:a16="http://schemas.microsoft.com/office/drawing/2014/main" id="{5535D334-4887-6A03-C413-EB48A8ABBD07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2896257" y="2276672"/>
            <a:ext cx="6963090" cy="802430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sz="1500" b="0" i="0">
                <a:solidFill>
                  <a:srgbClr val="1D1D1B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BC0325FB-7551-419A-988B-8B55ED1BDF8D}"/>
              </a:ext>
            </a:extLst>
          </p:cNvPr>
          <p:cNvCxnSpPr>
            <a:cxnSpLocks/>
          </p:cNvCxnSpPr>
          <p:nvPr userDrawn="1"/>
        </p:nvCxnSpPr>
        <p:spPr>
          <a:xfrm>
            <a:off x="2548329" y="3609124"/>
            <a:ext cx="0" cy="772934"/>
          </a:xfrm>
          <a:prstGeom prst="line">
            <a:avLst/>
          </a:prstGeom>
          <a:ln w="63500" cap="rnd">
            <a:solidFill>
              <a:srgbClr val="00536A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Espace réservé du texte 3">
            <a:extLst>
              <a:ext uri="{FF2B5EF4-FFF2-40B4-BE49-F238E27FC236}">
                <a16:creationId xmlns:a16="http://schemas.microsoft.com/office/drawing/2014/main" id="{5AFD9967-B61E-4B5C-09F6-0E5792AB5C6F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2896257" y="3609124"/>
            <a:ext cx="6963090" cy="802430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sz="1500" b="0" i="0">
                <a:solidFill>
                  <a:srgbClr val="1D1D1B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5F5EFA05-A310-6162-B3EE-6FDA2F714212}"/>
              </a:ext>
            </a:extLst>
          </p:cNvPr>
          <p:cNvCxnSpPr>
            <a:cxnSpLocks/>
          </p:cNvCxnSpPr>
          <p:nvPr userDrawn="1"/>
        </p:nvCxnSpPr>
        <p:spPr>
          <a:xfrm>
            <a:off x="2548329" y="4946510"/>
            <a:ext cx="0" cy="802430"/>
          </a:xfrm>
          <a:prstGeom prst="line">
            <a:avLst/>
          </a:prstGeom>
          <a:ln w="63500" cap="rnd">
            <a:solidFill>
              <a:srgbClr val="F7A916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Espace réservé du texte 3">
            <a:extLst>
              <a:ext uri="{FF2B5EF4-FFF2-40B4-BE49-F238E27FC236}">
                <a16:creationId xmlns:a16="http://schemas.microsoft.com/office/drawing/2014/main" id="{2468CC35-9C87-CF77-4332-9ACC783B5F1A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2896257" y="4955544"/>
            <a:ext cx="6963090" cy="802430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sz="1500" b="0" i="0">
                <a:solidFill>
                  <a:srgbClr val="1D1D1B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8FB6AD16-4C46-4551-930E-D0DFF65B097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56832" y="6324526"/>
            <a:ext cx="6935168" cy="533474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E42CE513-60CA-4AB9-849A-14853D5803C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342035" y="2130615"/>
            <a:ext cx="1094544" cy="1094544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7E78BF81-76F4-46F7-8DC3-F8FC69EEA91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395266" y="3473878"/>
            <a:ext cx="979106" cy="982554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ADE81ACC-38A3-40D0-B001-B3E7E749447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295282" y="4733021"/>
            <a:ext cx="1179073" cy="1179073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56D9F542-2B6F-492D-8FAB-774D496411FA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094942" y="5611199"/>
            <a:ext cx="890353" cy="655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734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, sous-titre et contenu avec picto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AAFB129-B490-C76C-58FD-C10C069A0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7283" y="306238"/>
            <a:ext cx="5637434" cy="655746"/>
          </a:xfrm>
        </p:spPr>
        <p:txBody>
          <a:bodyPr lIns="0">
            <a:normAutofit/>
          </a:bodyPr>
          <a:lstStyle>
            <a:lvl1pPr algn="ctr">
              <a:defRPr sz="2800"/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F293727-307B-AD22-16C8-8E29CED44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1738" y="6387665"/>
            <a:ext cx="795397" cy="365125"/>
          </a:xfrm>
          <a:prstGeom prst="rect">
            <a:avLst/>
          </a:prstGeom>
        </p:spPr>
        <p:txBody>
          <a:bodyPr/>
          <a:lstStyle>
            <a:lvl1pPr algn="ctr">
              <a:defRPr sz="2300" b="1" i="0">
                <a:solidFill>
                  <a:srgbClr val="00536A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fld id="{9DDD5A40-1F35-4846-A617-3541B44C35BC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10" name="Sous-titre 2">
            <a:extLst>
              <a:ext uri="{FF2B5EF4-FFF2-40B4-BE49-F238E27FC236}">
                <a16:creationId xmlns:a16="http://schemas.microsoft.com/office/drawing/2014/main" id="{642787DA-7DBB-6285-9A07-C12176F62A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77292" y="930192"/>
            <a:ext cx="5637425" cy="350728"/>
          </a:xfrm>
        </p:spPr>
        <p:txBody>
          <a:bodyPr lIns="0">
            <a:normAutofit/>
          </a:bodyPr>
          <a:lstStyle>
            <a:lvl1pPr marL="0" indent="0" algn="ctr">
              <a:buNone/>
              <a:defRPr sz="1700" b="1">
                <a:solidFill>
                  <a:srgbClr val="00536A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Modifiez le style des sous-titres du masque</a:t>
            </a:r>
          </a:p>
        </p:txBody>
      </p:sp>
      <p:sp>
        <p:nvSpPr>
          <p:cNvPr id="15" name="Espace réservé du texte 3">
            <a:extLst>
              <a:ext uri="{FF2B5EF4-FFF2-40B4-BE49-F238E27FC236}">
                <a16:creationId xmlns:a16="http://schemas.microsoft.com/office/drawing/2014/main" id="{5535D334-4887-6A03-C413-EB48A8ABBD07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1410357" y="2866561"/>
            <a:ext cx="2492163" cy="2244281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sz="1500" b="0" i="0">
                <a:solidFill>
                  <a:srgbClr val="1D1D1B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17EA7F5B-4ED3-2F1C-BDFE-310EFF1DDAAD}"/>
              </a:ext>
            </a:extLst>
          </p:cNvPr>
          <p:cNvGrpSpPr/>
          <p:nvPr userDrawn="1"/>
        </p:nvGrpSpPr>
        <p:grpSpPr>
          <a:xfrm>
            <a:off x="3161860" y="307977"/>
            <a:ext cx="5897776" cy="975160"/>
            <a:chOff x="3189064" y="307977"/>
            <a:chExt cx="5897776" cy="975160"/>
          </a:xfrm>
        </p:grpSpPr>
        <p:cxnSp>
          <p:nvCxnSpPr>
            <p:cNvPr id="8" name="Connecteur droit 7">
              <a:extLst>
                <a:ext uri="{FF2B5EF4-FFF2-40B4-BE49-F238E27FC236}">
                  <a16:creationId xmlns:a16="http://schemas.microsoft.com/office/drawing/2014/main" id="{FF35C073-DA7B-E7E9-053E-AC5AE97B33D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189064" y="307977"/>
              <a:ext cx="0" cy="975160"/>
            </a:xfrm>
            <a:prstGeom prst="line">
              <a:avLst/>
            </a:prstGeom>
            <a:ln w="63500" cap="rnd">
              <a:solidFill>
                <a:srgbClr val="F7A916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eur droit 15">
              <a:extLst>
                <a:ext uri="{FF2B5EF4-FFF2-40B4-BE49-F238E27FC236}">
                  <a16:creationId xmlns:a16="http://schemas.microsoft.com/office/drawing/2014/main" id="{099A820F-E6AA-5EB2-7318-C96525E83B9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086840" y="307977"/>
              <a:ext cx="0" cy="975160"/>
            </a:xfrm>
            <a:prstGeom prst="line">
              <a:avLst/>
            </a:prstGeom>
            <a:ln w="63500" cap="rnd">
              <a:solidFill>
                <a:srgbClr val="F7A916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Espace réservé du texte 3">
            <a:extLst>
              <a:ext uri="{FF2B5EF4-FFF2-40B4-BE49-F238E27FC236}">
                <a16:creationId xmlns:a16="http://schemas.microsoft.com/office/drawing/2014/main" id="{3F726377-E05C-200B-C2FA-6A8CA6DF9AAB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4849918" y="2866561"/>
            <a:ext cx="2492163" cy="2244281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sz="1500" b="0" i="0">
                <a:solidFill>
                  <a:srgbClr val="1D1D1B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18" name="Espace réservé du texte 3">
            <a:extLst>
              <a:ext uri="{FF2B5EF4-FFF2-40B4-BE49-F238E27FC236}">
                <a16:creationId xmlns:a16="http://schemas.microsoft.com/office/drawing/2014/main" id="{1EF3C601-EFA2-B4B9-E58B-71358DF5A62D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8289480" y="2866561"/>
            <a:ext cx="2492163" cy="2244281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sz="1500" b="0" i="0">
                <a:solidFill>
                  <a:srgbClr val="1D1D1B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id="{00360BE8-CBC3-48AE-90B5-FAE65B11779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56832" y="6324526"/>
            <a:ext cx="6935168" cy="533474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C031A1E6-26C9-4850-8A9D-67F55715CC3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927083" y="1693768"/>
            <a:ext cx="1094544" cy="1094544"/>
          </a:xfrm>
          <a:prstGeom prst="rect">
            <a:avLst/>
          </a:prstGeom>
        </p:spPr>
      </p:pic>
      <p:pic>
        <p:nvPicPr>
          <p:cNvPr id="23" name="Image 22">
            <a:extLst>
              <a:ext uri="{FF2B5EF4-FFF2-40B4-BE49-F238E27FC236}">
                <a16:creationId xmlns:a16="http://schemas.microsoft.com/office/drawing/2014/main" id="{722A7DDE-A595-4B09-82CC-F98066980B6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606446" y="1749763"/>
            <a:ext cx="979106" cy="982554"/>
          </a:xfrm>
          <a:prstGeom prst="rect">
            <a:avLst/>
          </a:prstGeom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B3FFF935-9AFF-43C6-AA71-4D5D18F0B62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946024" y="1676990"/>
            <a:ext cx="1179073" cy="1179073"/>
          </a:xfrm>
          <a:prstGeom prst="rect">
            <a:avLst/>
          </a:prstGeom>
        </p:spPr>
      </p:pic>
      <p:pic>
        <p:nvPicPr>
          <p:cNvPr id="25" name="Image 24">
            <a:extLst>
              <a:ext uri="{FF2B5EF4-FFF2-40B4-BE49-F238E27FC236}">
                <a16:creationId xmlns:a16="http://schemas.microsoft.com/office/drawing/2014/main" id="{FFD06438-DB42-4346-90C6-E5B8CD3F116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094942" y="5611199"/>
            <a:ext cx="890353" cy="655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8230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que 2">
            <a:extLst>
              <a:ext uri="{FF2B5EF4-FFF2-40B4-BE49-F238E27FC236}">
                <a16:creationId xmlns:a16="http://schemas.microsoft.com/office/drawing/2014/main" id="{8C96C2AD-BAA7-904C-C951-7C016C0AB7A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0119" r="10264"/>
          <a:stretch>
            <a:fillRect/>
          </a:stretch>
        </p:blipFill>
        <p:spPr>
          <a:xfrm rot="5400000">
            <a:off x="2667001" y="-2667599"/>
            <a:ext cx="6858001" cy="12193200"/>
          </a:xfrm>
          <a:prstGeom prst="rect">
            <a:avLst/>
          </a:prstGeom>
        </p:spPr>
      </p:pic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F293727-307B-AD22-16C8-8E29CED44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1738" y="6387665"/>
            <a:ext cx="795397" cy="365125"/>
          </a:xfrm>
          <a:prstGeom prst="rect">
            <a:avLst/>
          </a:prstGeom>
        </p:spPr>
        <p:txBody>
          <a:bodyPr/>
          <a:lstStyle>
            <a:lvl1pPr algn="ctr">
              <a:defRPr sz="2300" b="1" i="0">
                <a:solidFill>
                  <a:srgbClr val="00536A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fld id="{9DDD5A40-1F35-4846-A617-3541B44C35BC}" type="slidenum">
              <a:rPr lang="fr-FR" smtClean="0"/>
              <a:pPr/>
              <a:t>‹N°›</a:t>
            </a:fld>
            <a:endParaRPr lang="fr-FR" dirty="0"/>
          </a:p>
        </p:txBody>
      </p:sp>
      <p:pic>
        <p:nvPicPr>
          <p:cNvPr id="14" name="Graphique 13">
            <a:extLst>
              <a:ext uri="{FF2B5EF4-FFF2-40B4-BE49-F238E27FC236}">
                <a16:creationId xmlns:a16="http://schemas.microsoft.com/office/drawing/2014/main" id="{E5F43C61-1DFC-C15D-60B9-CD742640C6A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82000" y="1898442"/>
            <a:ext cx="745356" cy="559017"/>
          </a:xfrm>
          <a:prstGeom prst="rect">
            <a:avLst/>
          </a:prstGeom>
        </p:spPr>
      </p:pic>
      <p:pic>
        <p:nvPicPr>
          <p:cNvPr id="19" name="Graphique 18">
            <a:extLst>
              <a:ext uri="{FF2B5EF4-FFF2-40B4-BE49-F238E27FC236}">
                <a16:creationId xmlns:a16="http://schemas.microsoft.com/office/drawing/2014/main" id="{80199B94-5922-C6A4-D0B7-994F98E11C9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64643" y="4440450"/>
            <a:ext cx="745356" cy="559017"/>
          </a:xfrm>
          <a:prstGeom prst="rect">
            <a:avLst/>
          </a:prstGeom>
        </p:spPr>
      </p:pic>
      <p:sp>
        <p:nvSpPr>
          <p:cNvPr id="20" name="Titre 1">
            <a:extLst>
              <a:ext uri="{FF2B5EF4-FFF2-40B4-BE49-F238E27FC236}">
                <a16:creationId xmlns:a16="http://schemas.microsoft.com/office/drawing/2014/main" id="{85898CC9-EF75-A771-52BA-2CA9777AC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4678" y="2610465"/>
            <a:ext cx="8082643" cy="1641546"/>
          </a:xfrm>
        </p:spPr>
        <p:txBody>
          <a:bodyPr/>
          <a:lstStyle>
            <a:lvl1pPr algn="ctr">
              <a:lnSpc>
                <a:spcPct val="100000"/>
              </a:lnSpc>
              <a:defRPr b="1" i="1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4AB8A0E5-0E09-B8E4-D62B-85D607EB8903}"/>
              </a:ext>
            </a:extLst>
          </p:cNvPr>
          <p:cNvSpPr/>
          <p:nvPr userDrawn="1"/>
        </p:nvSpPr>
        <p:spPr>
          <a:xfrm>
            <a:off x="1236000" y="1629000"/>
            <a:ext cx="9720000" cy="3600000"/>
          </a:xfrm>
          <a:prstGeom prst="roundRect">
            <a:avLst>
              <a:gd name="adj" fmla="val 6688"/>
            </a:avLst>
          </a:prstGeom>
          <a:noFill/>
          <a:ln w="38100">
            <a:solidFill>
              <a:srgbClr val="0053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1CF1AB93-F806-4A99-8AAC-7FE6A9D6BB41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094942" y="5611199"/>
            <a:ext cx="890353" cy="655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4401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 graph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F293727-307B-AD22-16C8-8E29CED44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1738" y="6387665"/>
            <a:ext cx="795397" cy="365125"/>
          </a:xfrm>
          <a:prstGeom prst="rect">
            <a:avLst/>
          </a:prstGeom>
        </p:spPr>
        <p:txBody>
          <a:bodyPr/>
          <a:lstStyle>
            <a:lvl1pPr algn="ctr">
              <a:defRPr sz="2300" b="1" i="0">
                <a:solidFill>
                  <a:srgbClr val="00536A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fld id="{9DDD5A40-1F35-4846-A617-3541B44C35BC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57677CD0-9315-0857-60F3-FEED55E21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5746"/>
          </a:xfrm>
        </p:spPr>
        <p:txBody>
          <a:bodyPr lIns="0">
            <a:normAutofit/>
          </a:bodyPr>
          <a:lstStyle>
            <a:lvl1pPr>
              <a:defRPr sz="2800"/>
            </a:lvl1pPr>
          </a:lstStyle>
          <a:p>
            <a:r>
              <a:rPr lang="fr-FR" dirty="0"/>
              <a:t>Modifiez le style du titre</a:t>
            </a:r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3172929A-EF17-CCAF-0BE3-B45C21437A6E}"/>
              </a:ext>
            </a:extLst>
          </p:cNvPr>
          <p:cNvCxnSpPr>
            <a:cxnSpLocks/>
          </p:cNvCxnSpPr>
          <p:nvPr userDrawn="1"/>
        </p:nvCxnSpPr>
        <p:spPr>
          <a:xfrm>
            <a:off x="570623" y="365125"/>
            <a:ext cx="0" cy="975160"/>
          </a:xfrm>
          <a:prstGeom prst="line">
            <a:avLst/>
          </a:prstGeom>
          <a:ln w="63500" cap="rnd">
            <a:solidFill>
              <a:srgbClr val="F7A916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Sous-titre 2">
            <a:extLst>
              <a:ext uri="{FF2B5EF4-FFF2-40B4-BE49-F238E27FC236}">
                <a16:creationId xmlns:a16="http://schemas.microsoft.com/office/drawing/2014/main" id="{6B1258A6-E9DC-4B3A-B4F4-33E7517DEA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989557"/>
            <a:ext cx="6711860" cy="350728"/>
          </a:xfrm>
        </p:spPr>
        <p:txBody>
          <a:bodyPr lIns="0">
            <a:normAutofit/>
          </a:bodyPr>
          <a:lstStyle>
            <a:lvl1pPr marL="0" indent="0" algn="l">
              <a:buNone/>
              <a:defRPr sz="1700" b="1">
                <a:solidFill>
                  <a:srgbClr val="00536A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Modifiez le style des sous-titres du masque</a:t>
            </a:r>
          </a:p>
        </p:txBody>
      </p:sp>
      <p:sp>
        <p:nvSpPr>
          <p:cNvPr id="13" name="Espace réservé du texte 3">
            <a:extLst>
              <a:ext uri="{FF2B5EF4-FFF2-40B4-BE49-F238E27FC236}">
                <a16:creationId xmlns:a16="http://schemas.microsoft.com/office/drawing/2014/main" id="{C664366D-312C-1622-9608-3F9E08EC03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652438" y="2360877"/>
            <a:ext cx="3984453" cy="544165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sz="1700" b="1" i="0">
                <a:solidFill>
                  <a:srgbClr val="00536A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14" name="Espace réservé du texte 3">
            <a:extLst>
              <a:ext uri="{FF2B5EF4-FFF2-40B4-BE49-F238E27FC236}">
                <a16:creationId xmlns:a16="http://schemas.microsoft.com/office/drawing/2014/main" id="{4BC007FF-C86B-EA60-9DDF-9253ABF60C48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6652439" y="3118702"/>
            <a:ext cx="3984456" cy="1940816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sz="1500" b="0" i="0">
                <a:solidFill>
                  <a:srgbClr val="1D1D1B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39F8BC6D-0169-4D8A-B2EF-E90E8558A5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56832" y="6324526"/>
            <a:ext cx="6935168" cy="533474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6D3F2A4C-4DD4-4CA0-AD1F-3ECBE841863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094942" y="5611199"/>
            <a:ext cx="890353" cy="655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153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F293727-307B-AD22-16C8-8E29CED44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1738" y="6387665"/>
            <a:ext cx="795397" cy="365125"/>
          </a:xfrm>
          <a:prstGeom prst="rect">
            <a:avLst/>
          </a:prstGeom>
        </p:spPr>
        <p:txBody>
          <a:bodyPr/>
          <a:lstStyle>
            <a:lvl1pPr algn="ctr">
              <a:defRPr sz="2300" b="1" i="0">
                <a:solidFill>
                  <a:srgbClr val="00536A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fld id="{9DDD5A40-1F35-4846-A617-3541B44C35BC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15" name="Espace réservé du texte 3">
            <a:extLst>
              <a:ext uri="{FF2B5EF4-FFF2-40B4-BE49-F238E27FC236}">
                <a16:creationId xmlns:a16="http://schemas.microsoft.com/office/drawing/2014/main" id="{5535D334-4887-6A03-C413-EB48A8ABBD07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1410357" y="4122173"/>
            <a:ext cx="2492163" cy="1681842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sz="1500" b="0" i="0">
                <a:solidFill>
                  <a:srgbClr val="1D1D1B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17" name="Espace réservé du texte 3">
            <a:extLst>
              <a:ext uri="{FF2B5EF4-FFF2-40B4-BE49-F238E27FC236}">
                <a16:creationId xmlns:a16="http://schemas.microsoft.com/office/drawing/2014/main" id="{3F726377-E05C-200B-C2FA-6A8CA6DF9AAB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4363221" y="4122172"/>
            <a:ext cx="2492163" cy="1681842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sz="1500" b="0" i="0">
                <a:solidFill>
                  <a:srgbClr val="1D1D1B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18" name="Espace réservé du texte 3">
            <a:extLst>
              <a:ext uri="{FF2B5EF4-FFF2-40B4-BE49-F238E27FC236}">
                <a16:creationId xmlns:a16="http://schemas.microsoft.com/office/drawing/2014/main" id="{1EF3C601-EFA2-B4B9-E58B-71358DF5A62D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7316085" y="4122171"/>
            <a:ext cx="2492163" cy="1681842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sz="1500" b="0" i="0">
                <a:solidFill>
                  <a:srgbClr val="1D1D1B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id="{00360BE8-CBC3-48AE-90B5-FAE65B11779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56832" y="6324526"/>
            <a:ext cx="6935168" cy="533474"/>
          </a:xfrm>
          <a:prstGeom prst="rect">
            <a:avLst/>
          </a:prstGeom>
        </p:spPr>
      </p:pic>
      <p:sp>
        <p:nvSpPr>
          <p:cNvPr id="21" name="Espace réservé pour une image  2">
            <a:extLst>
              <a:ext uri="{FF2B5EF4-FFF2-40B4-BE49-F238E27FC236}">
                <a16:creationId xmlns:a16="http://schemas.microsoft.com/office/drawing/2014/main" id="{0E1B1131-4ED8-4128-8075-DDA1721874A7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1410351" y="1683083"/>
            <a:ext cx="2492157" cy="2182762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23" name="Espace réservé pour une image  2">
            <a:extLst>
              <a:ext uri="{FF2B5EF4-FFF2-40B4-BE49-F238E27FC236}">
                <a16:creationId xmlns:a16="http://schemas.microsoft.com/office/drawing/2014/main" id="{D407FF3C-3147-494C-A764-6C836814EBFB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4363221" y="1683083"/>
            <a:ext cx="2492157" cy="2182762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24" name="Espace réservé pour une image  2">
            <a:extLst>
              <a:ext uri="{FF2B5EF4-FFF2-40B4-BE49-F238E27FC236}">
                <a16:creationId xmlns:a16="http://schemas.microsoft.com/office/drawing/2014/main" id="{1D27DE09-C4BB-42DC-ABE5-D1AF05218762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7316091" y="1685415"/>
            <a:ext cx="2492157" cy="2182762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25" name="Titre 1">
            <a:extLst>
              <a:ext uri="{FF2B5EF4-FFF2-40B4-BE49-F238E27FC236}">
                <a16:creationId xmlns:a16="http://schemas.microsoft.com/office/drawing/2014/main" id="{34548522-2163-4CCE-B4C9-46C3F811C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5746"/>
          </a:xfrm>
        </p:spPr>
        <p:txBody>
          <a:bodyPr lIns="0">
            <a:normAutofit/>
          </a:bodyPr>
          <a:lstStyle>
            <a:lvl1pPr>
              <a:defRPr sz="2800"/>
            </a:lvl1pPr>
          </a:lstStyle>
          <a:p>
            <a:r>
              <a:rPr lang="fr-FR" dirty="0"/>
              <a:t>Modifiez le style du titre</a:t>
            </a:r>
          </a:p>
        </p:txBody>
      </p: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8DF825FF-4ACA-46E3-A7EC-0D040008DDF2}"/>
              </a:ext>
            </a:extLst>
          </p:cNvPr>
          <p:cNvCxnSpPr>
            <a:cxnSpLocks/>
          </p:cNvCxnSpPr>
          <p:nvPr userDrawn="1"/>
        </p:nvCxnSpPr>
        <p:spPr>
          <a:xfrm>
            <a:off x="570623" y="365125"/>
            <a:ext cx="0" cy="975160"/>
          </a:xfrm>
          <a:prstGeom prst="line">
            <a:avLst/>
          </a:prstGeom>
          <a:ln w="63500" cap="rnd">
            <a:solidFill>
              <a:srgbClr val="F7A916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Sous-titre 2">
            <a:extLst>
              <a:ext uri="{FF2B5EF4-FFF2-40B4-BE49-F238E27FC236}">
                <a16:creationId xmlns:a16="http://schemas.microsoft.com/office/drawing/2014/main" id="{ADD20A81-2BAF-4540-98D7-C74E88A3F0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989557"/>
            <a:ext cx="6711860" cy="350728"/>
          </a:xfrm>
        </p:spPr>
        <p:txBody>
          <a:bodyPr lIns="0">
            <a:normAutofit/>
          </a:bodyPr>
          <a:lstStyle>
            <a:lvl1pPr marL="0" indent="0" algn="l">
              <a:buNone/>
              <a:defRPr sz="1700" b="1">
                <a:solidFill>
                  <a:srgbClr val="00536A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Modifiez le style des sous-titres du masque</a:t>
            </a: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16D4D937-E58D-43F1-9DD0-F40CF171BD2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094942" y="5611199"/>
            <a:ext cx="890353" cy="655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1864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iapositive de tit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F57615D-6224-88AF-DED5-9326744FA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EEF138D-7F89-1870-1F96-BBDF735D75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 b="1">
                <a:solidFill>
                  <a:srgbClr val="00536A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02899E1-3584-8FDD-6650-DC23FEB5C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DDD5A40-1F35-4846-A617-3541B44C35BC}" type="slidenum">
              <a:rPr lang="fr-FR" smtClean="0"/>
              <a:t>‹N°›</a:t>
            </a:fld>
            <a:endParaRPr lang="fr-FR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F4CA78B0-4AFB-473F-96DD-697713FCD46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56832" y="6324526"/>
            <a:ext cx="6935168" cy="533474"/>
          </a:xfrm>
          <a:prstGeom prst="rect">
            <a:avLst/>
          </a:prstGeom>
        </p:spPr>
      </p:pic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75D2483D-0105-476F-9872-C65CF647B99D}"/>
              </a:ext>
            </a:extLst>
          </p:cNvPr>
          <p:cNvCxnSpPr>
            <a:cxnSpLocks/>
          </p:cNvCxnSpPr>
          <p:nvPr userDrawn="1"/>
        </p:nvCxnSpPr>
        <p:spPr>
          <a:xfrm>
            <a:off x="588204" y="1709738"/>
            <a:ext cx="0" cy="4379912"/>
          </a:xfrm>
          <a:prstGeom prst="line">
            <a:avLst/>
          </a:prstGeom>
          <a:ln w="63500" cap="rnd">
            <a:solidFill>
              <a:srgbClr val="F7A916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Image 7">
            <a:extLst>
              <a:ext uri="{FF2B5EF4-FFF2-40B4-BE49-F238E27FC236}">
                <a16:creationId xmlns:a16="http://schemas.microsoft.com/office/drawing/2014/main" id="{5E2473D9-397B-43EE-BD40-CEFF559D792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094942" y="5611199"/>
            <a:ext cx="890353" cy="655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630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B7C953A-C3BC-CCEC-DDD5-C5126111B2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33899"/>
            <a:ext cx="5181600" cy="4351338"/>
          </a:xfrm>
        </p:spPr>
        <p:txBody>
          <a:bodyPr/>
          <a:lstStyle>
            <a:lvl1pPr>
              <a:defRPr sz="1500" b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 sz="1500" b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 sz="1500" b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500" b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500" b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6BA5E2A-898C-0D98-AB46-C14ECB31E1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633899"/>
            <a:ext cx="5181600" cy="4351338"/>
          </a:xfr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Char char="•"/>
              <a:defRPr lang="fr-FR" sz="1500" b="0" i="0" kern="1200" dirty="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Char char="•"/>
              <a:defRPr lang="fr-FR" sz="1500" b="0" i="0" kern="1200" dirty="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Char char="•"/>
              <a:defRPr lang="fr-FR" sz="1500" b="0" i="0" kern="1200" dirty="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Char char="•"/>
              <a:defRPr lang="fr-FR" sz="1500" b="0" i="0" kern="1200" dirty="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Char char="•"/>
              <a:defRPr lang="fr-FR" sz="1500" b="0" i="0" kern="1200" dirty="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77E2680-3CE1-CF9C-21D3-CB0179924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DDD5A40-1F35-4846-A617-3541B44C35BC}" type="slidenum">
              <a:rPr lang="fr-FR" smtClean="0"/>
              <a:t>‹N°›</a:t>
            </a:fld>
            <a:endParaRPr lang="fr-FR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5532429D-848B-4432-A7E0-CA95B7A0ECD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56832" y="6324526"/>
            <a:ext cx="6935168" cy="533474"/>
          </a:xfrm>
          <a:prstGeom prst="rect">
            <a:avLst/>
          </a:prstGeom>
        </p:spPr>
      </p:pic>
      <p:sp>
        <p:nvSpPr>
          <p:cNvPr id="11" name="Titre 1">
            <a:extLst>
              <a:ext uri="{FF2B5EF4-FFF2-40B4-BE49-F238E27FC236}">
                <a16:creationId xmlns:a16="http://schemas.microsoft.com/office/drawing/2014/main" id="{9BD14025-9C1A-43B3-AA5E-7D7D529F9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5746"/>
          </a:xfrm>
        </p:spPr>
        <p:txBody>
          <a:bodyPr lIns="0">
            <a:normAutofit/>
          </a:bodyPr>
          <a:lstStyle>
            <a:lvl1pPr>
              <a:defRPr sz="2800"/>
            </a:lvl1pPr>
          </a:lstStyle>
          <a:p>
            <a:r>
              <a:rPr lang="fr-FR" dirty="0"/>
              <a:t>Modifiez le style du titre</a:t>
            </a:r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AE51C855-F65D-4AF1-96EF-2E50830A677E}"/>
              </a:ext>
            </a:extLst>
          </p:cNvPr>
          <p:cNvCxnSpPr>
            <a:cxnSpLocks/>
          </p:cNvCxnSpPr>
          <p:nvPr userDrawn="1"/>
        </p:nvCxnSpPr>
        <p:spPr>
          <a:xfrm>
            <a:off x="570623" y="365125"/>
            <a:ext cx="0" cy="975160"/>
          </a:xfrm>
          <a:prstGeom prst="line">
            <a:avLst/>
          </a:prstGeom>
          <a:ln w="63500" cap="rnd">
            <a:solidFill>
              <a:srgbClr val="F7A916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ous-titre 2">
            <a:extLst>
              <a:ext uri="{FF2B5EF4-FFF2-40B4-BE49-F238E27FC236}">
                <a16:creationId xmlns:a16="http://schemas.microsoft.com/office/drawing/2014/main" id="{B9795B73-DBB5-4F85-ACE2-EA53955CED3D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838200" y="989557"/>
            <a:ext cx="6711860" cy="350728"/>
          </a:xfrm>
        </p:spPr>
        <p:txBody>
          <a:bodyPr lIns="0">
            <a:normAutofit/>
          </a:bodyPr>
          <a:lstStyle>
            <a:lvl1pPr marL="0" indent="0" algn="l">
              <a:buNone/>
              <a:defRPr sz="1700" b="1">
                <a:solidFill>
                  <a:srgbClr val="00536A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Modifiez le style des sous-titres du masque</a:t>
            </a: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BD62F78F-6560-4BE2-93FE-18129BEED5E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094942" y="5611199"/>
            <a:ext cx="890353" cy="655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3246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ntenus avec tit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5F84483-43B1-1D47-8998-256D369D03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563179"/>
            <a:ext cx="5157787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solidFill>
                  <a:srgbClr val="00536A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568E504-3668-7965-1F27-379D8CE0FA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387091"/>
            <a:ext cx="5157787" cy="3684588"/>
          </a:xfrm>
        </p:spPr>
        <p:txBody>
          <a:bodyPr>
            <a:normAutofit/>
          </a:bodyPr>
          <a:lstStyle>
            <a:lvl1pPr>
              <a:defRPr sz="1500" b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 sz="1500" b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 sz="1500" b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500" b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500" b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755819E-530B-6427-80AA-FF432B1ED5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563179"/>
            <a:ext cx="5183188" cy="657225"/>
          </a:xfrm>
        </p:spPr>
        <p:txBody>
          <a:bodyPr anchor="b">
            <a:normAutofit/>
          </a:bodyPr>
          <a:lstStyle>
            <a:lvl1pPr marL="0" indent="0">
              <a:buNone/>
              <a:defRPr lang="fr-FR" sz="1600" b="1" i="0" kern="1200" dirty="0">
                <a:solidFill>
                  <a:srgbClr val="00536A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dirty="0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8CC9C54-7224-1863-5601-FEF6D43878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387091"/>
            <a:ext cx="5183188" cy="3684588"/>
          </a:xfr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Char char="•"/>
              <a:defRPr lang="fr-FR" sz="1500" b="0" i="0" kern="1200" dirty="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Char char="•"/>
              <a:defRPr lang="fr-FR" sz="1500" b="0" i="0" kern="1200" dirty="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Char char="•"/>
              <a:defRPr lang="fr-FR" sz="1500" b="0" i="0" kern="1200" dirty="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Char char="•"/>
              <a:defRPr lang="fr-FR" sz="1500" b="0" i="0" kern="1200" dirty="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Char char="•"/>
              <a:defRPr lang="fr-FR" sz="1500" b="0" i="0" kern="1200" dirty="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BA3E30AE-D418-8897-0D71-156B13D84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DDD5A40-1F35-4846-A617-3541B44C35BC}" type="slidenum">
              <a:rPr lang="fr-FR" smtClean="0"/>
              <a:t>‹N°›</a:t>
            </a:fld>
            <a:endParaRPr lang="fr-FR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9532AECA-8787-48E5-8A52-37E521AAEE1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56832" y="6324526"/>
            <a:ext cx="6935168" cy="533474"/>
          </a:xfrm>
          <a:prstGeom prst="rect">
            <a:avLst/>
          </a:prstGeom>
        </p:spPr>
      </p:pic>
      <p:sp>
        <p:nvSpPr>
          <p:cNvPr id="13" name="Titre 1">
            <a:extLst>
              <a:ext uri="{FF2B5EF4-FFF2-40B4-BE49-F238E27FC236}">
                <a16:creationId xmlns:a16="http://schemas.microsoft.com/office/drawing/2014/main" id="{1B32B625-E6F7-4B56-AADA-8BCA4CED6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5746"/>
          </a:xfrm>
        </p:spPr>
        <p:txBody>
          <a:bodyPr lIns="0">
            <a:normAutofit/>
          </a:bodyPr>
          <a:lstStyle>
            <a:lvl1pPr>
              <a:defRPr sz="2800"/>
            </a:lvl1pPr>
          </a:lstStyle>
          <a:p>
            <a:r>
              <a:rPr lang="fr-FR" dirty="0"/>
              <a:t>Modifiez le style du titre</a:t>
            </a:r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940CF6FB-BB94-4B69-BD19-85DE95149C13}"/>
              </a:ext>
            </a:extLst>
          </p:cNvPr>
          <p:cNvCxnSpPr>
            <a:cxnSpLocks/>
          </p:cNvCxnSpPr>
          <p:nvPr userDrawn="1"/>
        </p:nvCxnSpPr>
        <p:spPr>
          <a:xfrm>
            <a:off x="570623" y="365125"/>
            <a:ext cx="0" cy="975160"/>
          </a:xfrm>
          <a:prstGeom prst="line">
            <a:avLst/>
          </a:prstGeom>
          <a:ln w="63500" cap="rnd">
            <a:solidFill>
              <a:srgbClr val="F7A916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ous-titre 2">
            <a:extLst>
              <a:ext uri="{FF2B5EF4-FFF2-40B4-BE49-F238E27FC236}">
                <a16:creationId xmlns:a16="http://schemas.microsoft.com/office/drawing/2014/main" id="{6413DF8E-A672-4981-A3CA-1B2A9077B37D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838200" y="989557"/>
            <a:ext cx="6711860" cy="350728"/>
          </a:xfrm>
        </p:spPr>
        <p:txBody>
          <a:bodyPr lIns="0">
            <a:normAutofit/>
          </a:bodyPr>
          <a:lstStyle>
            <a:lvl1pPr marL="0" indent="0" algn="l">
              <a:buNone/>
              <a:defRPr sz="1700" b="1">
                <a:solidFill>
                  <a:srgbClr val="00536A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Modifiez le style des sous-titres du masque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130D8600-37DA-4064-B198-2B943120A2D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094942" y="5611199"/>
            <a:ext cx="890353" cy="655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8394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76BAA66-B5F5-FD78-AA44-274F19727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6CA4857-E053-9DBC-E40C-E6A6334A27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6172200" cy="5403850"/>
          </a:xfrm>
        </p:spPr>
        <p:txBody>
          <a:bodyPr>
            <a:normAutofit/>
          </a:bodyPr>
          <a:lstStyle>
            <a:lvl1pPr>
              <a:defRPr sz="1500" b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 sz="1500" b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 sz="1500" b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500" b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500" b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0DA8BB0-9866-F8A8-745C-0B97A00127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rgbClr val="00536A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5DB6E7E-DEAC-9D04-0D05-DA2711F14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DDD5A40-1F35-4846-A617-3541B44C35BC}" type="slidenum">
              <a:rPr lang="fr-FR" smtClean="0"/>
              <a:t>‹N°›</a:t>
            </a:fld>
            <a:endParaRPr lang="fr-FR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460DBCF8-2607-4871-99BA-0485B3E8E13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56832" y="6324526"/>
            <a:ext cx="6935168" cy="533474"/>
          </a:xfrm>
          <a:prstGeom prst="rect">
            <a:avLst/>
          </a:prstGeom>
        </p:spPr>
      </p:pic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05934D14-B4A9-4B11-9BDC-3E3B82CEA6BF}"/>
              </a:ext>
            </a:extLst>
          </p:cNvPr>
          <p:cNvCxnSpPr>
            <a:cxnSpLocks/>
          </p:cNvCxnSpPr>
          <p:nvPr userDrawn="1"/>
        </p:nvCxnSpPr>
        <p:spPr>
          <a:xfrm>
            <a:off x="644365" y="471948"/>
            <a:ext cx="0" cy="1600200"/>
          </a:xfrm>
          <a:prstGeom prst="line">
            <a:avLst/>
          </a:prstGeom>
          <a:ln w="63500" cap="rnd">
            <a:solidFill>
              <a:srgbClr val="F7A916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Image 8">
            <a:extLst>
              <a:ext uri="{FF2B5EF4-FFF2-40B4-BE49-F238E27FC236}">
                <a16:creationId xmlns:a16="http://schemas.microsoft.com/office/drawing/2014/main" id="{B7F8DA43-83CC-4228-AC5A-C67F918AA5F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094942" y="5611199"/>
            <a:ext cx="890353" cy="655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7433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F573C5-50C7-B172-DBB2-3D9486C70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07C79A6-C2A2-EA10-EAA9-127410EC2A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EAC7A40-B3CC-9764-E91E-0B9154B792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BE769CD-8DF6-3117-ADC2-B2C0B6085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DDD5A40-1F35-4846-A617-3541B44C35BC}" type="slidenum">
              <a:rPr lang="fr-FR" smtClean="0"/>
              <a:t>‹N°›</a:t>
            </a:fld>
            <a:endParaRPr lang="fr-FR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D20E98DB-DFE4-4888-B0E9-C10A7174C0D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56832" y="6324526"/>
            <a:ext cx="6935168" cy="533474"/>
          </a:xfrm>
          <a:prstGeom prst="rect">
            <a:avLst/>
          </a:prstGeom>
        </p:spPr>
      </p:pic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EAABCA43-B2E1-4E41-8561-FCD3CE8D6EC6}"/>
              </a:ext>
            </a:extLst>
          </p:cNvPr>
          <p:cNvCxnSpPr>
            <a:cxnSpLocks/>
          </p:cNvCxnSpPr>
          <p:nvPr userDrawn="1"/>
        </p:nvCxnSpPr>
        <p:spPr>
          <a:xfrm>
            <a:off x="644365" y="471948"/>
            <a:ext cx="0" cy="1600200"/>
          </a:xfrm>
          <a:prstGeom prst="line">
            <a:avLst/>
          </a:prstGeom>
          <a:ln w="63500" cap="rnd">
            <a:solidFill>
              <a:srgbClr val="F7A916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Image 8">
            <a:extLst>
              <a:ext uri="{FF2B5EF4-FFF2-40B4-BE49-F238E27FC236}">
                <a16:creationId xmlns:a16="http://schemas.microsoft.com/office/drawing/2014/main" id="{48589F36-2688-4F23-8CB2-66DFE80D15B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094942" y="5611199"/>
            <a:ext cx="890353" cy="655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3909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 de f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67DE6497-465D-4239-8389-971D1FD029B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3DF4C7B3-61C3-4E84-8A98-E928D2BD6CC7}"/>
              </a:ext>
            </a:extLst>
          </p:cNvPr>
          <p:cNvSpPr txBox="1"/>
          <p:nvPr userDrawn="1"/>
        </p:nvSpPr>
        <p:spPr>
          <a:xfrm>
            <a:off x="4030885" y="5284095"/>
            <a:ext cx="41302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i="0" dirty="0">
                <a:solidFill>
                  <a:srgbClr val="00536A"/>
                </a:solidFill>
                <a:latin typeface="Poppins" pitchFamily="2" charset="77"/>
                <a:cs typeface="Poppins" pitchFamily="2" charset="77"/>
              </a:rPr>
              <a:t>apf-francehandicap.org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56EA572-7AFF-4164-8A42-B482BEF110B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30329" y="1573905"/>
            <a:ext cx="3731342" cy="2748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15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50C3859-490F-8CD5-52BD-543493CAC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BE54867-D648-9407-76B6-A37C9AE8A6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731509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4" r:id="rId3"/>
    <p:sldLayoutId id="2147483654" r:id="rId4"/>
    <p:sldLayoutId id="2147483660" r:id="rId5"/>
    <p:sldLayoutId id="2147483662" r:id="rId6"/>
    <p:sldLayoutId id="2147483661" r:id="rId7"/>
    <p:sldLayoutId id="2147483663" r:id="rId8"/>
    <p:sldLayoutId id="2147483665" r:id="rId9"/>
    <p:sldLayoutId id="2147483651" r:id="rId10"/>
    <p:sldLayoutId id="2147483652" r:id="rId11"/>
    <p:sldLayoutId id="2147483653" r:id="rId12"/>
    <p:sldLayoutId id="2147483656" r:id="rId13"/>
    <p:sldLayoutId id="2147483657" r:id="rId14"/>
    <p:sldLayoutId id="2147483666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rgbClr val="00536A"/>
          </a:solidFill>
          <a:latin typeface="Poppins Black" pitchFamily="2" charset="77"/>
          <a:ea typeface="+mj-ea"/>
          <a:cs typeface="Poppins Black" pitchFamily="2" charset="77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500" b="0" i="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500" b="0" i="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500" b="0" i="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500" b="0" i="0" kern="1200" dirty="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500" b="0" i="0" kern="1200" dirty="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hyperlink" Target="https://apfasso.sharepoint.com/:f:/r/sites/Intranet-Com/Pictures/Banque%20pictogrammes/PLAIDOYER?csf=1&amp;web=1&amp;e=QXLjmM" TargetMode="External"/><Relationship Id="rId18" Type="http://schemas.openxmlformats.org/officeDocument/2006/relationships/image" Target="../media/image7.png"/><Relationship Id="rId3" Type="http://schemas.openxmlformats.org/officeDocument/2006/relationships/image" Target="../media/image6.svg"/><Relationship Id="rId7" Type="http://schemas.openxmlformats.org/officeDocument/2006/relationships/hyperlink" Target="https://apfasso.sharepoint.com/:f:/r/sites/Intranet-Com/Pictures/Banque%20pictogrammes/HANDICAP?csf=1&amp;web=1&amp;e=iT10mx" TargetMode="External"/><Relationship Id="rId12" Type="http://schemas.openxmlformats.org/officeDocument/2006/relationships/image" Target="../media/image16.png"/><Relationship Id="rId17" Type="http://schemas.openxmlformats.org/officeDocument/2006/relationships/hyperlink" Target="https://apfasso.sharepoint.com/:f:/r/sites/Intranet-Com/Pictures/Banque%20pictogrammes/RESEAUX%20SOCIAUX?csf=1&amp;web=1&amp;e=YMklo2" TargetMode="External"/><Relationship Id="rId2" Type="http://schemas.openxmlformats.org/officeDocument/2006/relationships/image" Target="../media/image5.png"/><Relationship Id="rId16" Type="http://schemas.openxmlformats.org/officeDocument/2006/relationships/image" Target="../media/image1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11" Type="http://schemas.openxmlformats.org/officeDocument/2006/relationships/hyperlink" Target="https://apfasso.sharepoint.com/:f:/r/sites/Intranet-Com/Pictures/Banque%20pictogrammes/PERSONNE%20(SEXE-%C3%82GE)?csf=1&amp;web=1&amp;e=JIt2mI" TargetMode="External"/><Relationship Id="rId5" Type="http://schemas.openxmlformats.org/officeDocument/2006/relationships/hyperlink" Target="https://apfasso.sharepoint.com/:f:/r/sites/Intranet-Com/Pictures/Banque%20pictogrammes/DOMAINE%20D_ACTION?csf=1&amp;web=1&amp;e=I8L6iE" TargetMode="External"/><Relationship Id="rId15" Type="http://schemas.openxmlformats.org/officeDocument/2006/relationships/hyperlink" Target="https://apfasso.sharepoint.com/:f:/r/sites/Intranet-Com/Pictures/Banque%20pictogrammes/PUBLIC%20APF%20FRANCE%20HANDICAP?csf=1&amp;web=1&amp;e=ihLdqO" TargetMode="External"/><Relationship Id="rId10" Type="http://schemas.openxmlformats.org/officeDocument/2006/relationships/image" Target="../media/image15.png"/><Relationship Id="rId19" Type="http://schemas.openxmlformats.org/officeDocument/2006/relationships/hyperlink" Target="https://apfasso.sharepoint.com/:f:/r/sites/Intranet-Com/Pictures/Banque%20pictogrammes/UTILITAIRES?csf=1&amp;web=1&amp;e=7SinNp" TargetMode="External"/><Relationship Id="rId4" Type="http://schemas.openxmlformats.org/officeDocument/2006/relationships/image" Target="../media/image9.png"/><Relationship Id="rId9" Type="http://schemas.openxmlformats.org/officeDocument/2006/relationships/hyperlink" Target="https://apfasso.sharepoint.com/:f:/r/sites/Intranet-Com/Pictures/Banque%20pictogrammes/MODALITES%20D_ENGAGEMENT?csf=1&amp;web=1&amp;e=0NWbIs" TargetMode="External"/><Relationship Id="rId1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EC0F219-2F9E-4369-9709-BF28C05249E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009201A-21A8-4849-A34A-9D62112A964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32026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0CB8473B-379D-48C2-AB5A-37270F53C4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2548F787-0E9B-4D9D-B02E-430A79454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ous-titre 3">
            <a:extLst>
              <a:ext uri="{FF2B5EF4-FFF2-40B4-BE49-F238E27FC236}">
                <a16:creationId xmlns:a16="http://schemas.microsoft.com/office/drawing/2014/main" id="{3F209B45-03DF-4993-B906-64815E37EB26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182624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C226B1DD-D046-47C5-B784-1DAB6BB3CF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C46FDC7D-F03C-4175-9976-1C2BAC464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066312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72554C-C15E-4A56-8183-2A092A390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207206C-DF56-41EE-88D6-3E4415859D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B2C3315-F1CB-45B4-9E6A-6CB077570F6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48FA1CC-E200-4859-9D73-6297F4A1F1DF}"/>
              </a:ext>
            </a:extLst>
          </p:cNvPr>
          <p:cNvSpPr>
            <a:spLocks noGrp="1"/>
          </p:cNvSpPr>
          <p:nvPr>
            <p:ph type="body" sz="half" idx="13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42326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>
            <a:extLst>
              <a:ext uri="{FF2B5EF4-FFF2-40B4-BE49-F238E27FC236}">
                <a16:creationId xmlns:a16="http://schemas.microsoft.com/office/drawing/2014/main" id="{A976E8F7-E0C7-4A95-997A-043F6A099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ous-titre 6">
            <a:extLst>
              <a:ext uri="{FF2B5EF4-FFF2-40B4-BE49-F238E27FC236}">
                <a16:creationId xmlns:a16="http://schemas.microsoft.com/office/drawing/2014/main" id="{EFB6F951-8220-450F-A811-170FAE1268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75EC14DB-788B-47FA-9CE5-E1D98CC94573}"/>
              </a:ext>
            </a:extLst>
          </p:cNvPr>
          <p:cNvSpPr>
            <a:spLocks noGrp="1"/>
          </p:cNvSpPr>
          <p:nvPr>
            <p:ph type="body" sz="half" idx="1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BD3246F2-1436-49B2-B1F3-18210E916DDD}"/>
              </a:ext>
            </a:extLst>
          </p:cNvPr>
          <p:cNvSpPr>
            <a:spLocks noGrp="1"/>
          </p:cNvSpPr>
          <p:nvPr>
            <p:ph type="body" sz="half" idx="14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74A4A450-9A51-48CD-A524-D7F01E031068}"/>
              </a:ext>
            </a:extLst>
          </p:cNvPr>
          <p:cNvSpPr>
            <a:spLocks noGrp="1"/>
          </p:cNvSpPr>
          <p:nvPr>
            <p:ph type="body" sz="half" idx="15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94444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0842CD-7D7E-4F98-904E-EA9F0C968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ED94C13-FD8E-4A07-B97B-B0F8ED8C57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995C206-85B2-4BF3-B57B-42FD386FF062}"/>
              </a:ext>
            </a:extLst>
          </p:cNvPr>
          <p:cNvSpPr>
            <a:spLocks noGrp="1"/>
          </p:cNvSpPr>
          <p:nvPr>
            <p:ph type="body" sz="half" idx="1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B931921-0874-460F-BE9B-512188B1B509}"/>
              </a:ext>
            </a:extLst>
          </p:cNvPr>
          <p:cNvSpPr>
            <a:spLocks noGrp="1"/>
          </p:cNvSpPr>
          <p:nvPr>
            <p:ph type="body" sz="half" idx="14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9E38FDE7-39E7-4E78-AE41-484FC1AFF528}"/>
              </a:ext>
            </a:extLst>
          </p:cNvPr>
          <p:cNvSpPr>
            <a:spLocks noGrp="1"/>
          </p:cNvSpPr>
          <p:nvPr>
            <p:ph type="body" sz="half" idx="15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23714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C323D0E-6D53-4570-AF8B-C9C4E786C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926575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F6488EC-614C-4189-B772-1754528BD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8FCDBA6-6B0D-40F8-A0D8-B887ED6319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8D08784-0FBF-4AE7-9148-E069C5703CE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4496318-7676-493F-AD10-9D8A42C4980B}"/>
              </a:ext>
            </a:extLst>
          </p:cNvPr>
          <p:cNvSpPr>
            <a:spLocks noGrp="1"/>
          </p:cNvSpPr>
          <p:nvPr>
            <p:ph type="body" sz="half" idx="13"/>
          </p:nvPr>
        </p:nvSpPr>
        <p:spPr/>
        <p:txBody>
          <a:bodyPr/>
          <a:lstStyle/>
          <a:p>
            <a:endParaRPr lang="fr-FR"/>
          </a:p>
        </p:txBody>
      </p:sp>
      <p:graphicFrame>
        <p:nvGraphicFramePr>
          <p:cNvPr id="6" name="Graphique 5">
            <a:extLst>
              <a:ext uri="{FF2B5EF4-FFF2-40B4-BE49-F238E27FC236}">
                <a16:creationId xmlns:a16="http://schemas.microsoft.com/office/drawing/2014/main" id="{2B88B39D-786A-48F2-A86D-509C90DFDCF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75105743"/>
              </p:ext>
            </p:extLst>
          </p:nvPr>
        </p:nvGraphicFramePr>
        <p:xfrm>
          <a:off x="838200" y="1766047"/>
          <a:ext cx="5353493" cy="40248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6258707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4CB7AEC9-07CE-4800-ADAF-7688275F7D88}"/>
              </a:ext>
            </a:extLst>
          </p:cNvPr>
          <p:cNvSpPr>
            <a:spLocks noGrp="1"/>
          </p:cNvSpPr>
          <p:nvPr>
            <p:ph type="body" sz="half" idx="1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4A8C772-3385-41F8-9F1F-E62FFA7591AD}"/>
              </a:ext>
            </a:extLst>
          </p:cNvPr>
          <p:cNvSpPr>
            <a:spLocks noGrp="1"/>
          </p:cNvSpPr>
          <p:nvPr>
            <p:ph type="body" sz="half" idx="14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02569BE-249F-4600-927D-49947C309BFC}"/>
              </a:ext>
            </a:extLst>
          </p:cNvPr>
          <p:cNvSpPr>
            <a:spLocks noGrp="1"/>
          </p:cNvSpPr>
          <p:nvPr>
            <p:ph type="body" sz="half" idx="15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8A6BD090-B1C3-473D-9BDD-1680ED108ED0}"/>
              </a:ext>
            </a:extLst>
          </p:cNvPr>
          <p:cNvSpPr>
            <a:spLocks noGrp="1"/>
          </p:cNvSpPr>
          <p:nvPr>
            <p:ph type="pic" idx="16"/>
          </p:nvPr>
        </p:nvSpPr>
        <p:spPr/>
      </p:sp>
      <p:sp>
        <p:nvSpPr>
          <p:cNvPr id="6" name="Espace réservé pour une image  5">
            <a:extLst>
              <a:ext uri="{FF2B5EF4-FFF2-40B4-BE49-F238E27FC236}">
                <a16:creationId xmlns:a16="http://schemas.microsoft.com/office/drawing/2014/main" id="{2BB8AB1F-1A22-4164-964A-D2962EBACC2B}"/>
              </a:ext>
            </a:extLst>
          </p:cNvPr>
          <p:cNvSpPr>
            <a:spLocks noGrp="1"/>
          </p:cNvSpPr>
          <p:nvPr>
            <p:ph type="pic" idx="17"/>
          </p:nvPr>
        </p:nvSpPr>
        <p:spPr/>
      </p:sp>
      <p:sp>
        <p:nvSpPr>
          <p:cNvPr id="7" name="Espace réservé pour une image  6">
            <a:extLst>
              <a:ext uri="{FF2B5EF4-FFF2-40B4-BE49-F238E27FC236}">
                <a16:creationId xmlns:a16="http://schemas.microsoft.com/office/drawing/2014/main" id="{3F952DFA-3DE9-4C92-9F09-E69196C4A0FB}"/>
              </a:ext>
            </a:extLst>
          </p:cNvPr>
          <p:cNvSpPr>
            <a:spLocks noGrp="1"/>
          </p:cNvSpPr>
          <p:nvPr>
            <p:ph type="pic" idx="18"/>
          </p:nvPr>
        </p:nvSpPr>
        <p:spPr/>
      </p:sp>
      <p:sp>
        <p:nvSpPr>
          <p:cNvPr id="8" name="Titre 7">
            <a:extLst>
              <a:ext uri="{FF2B5EF4-FFF2-40B4-BE49-F238E27FC236}">
                <a16:creationId xmlns:a16="http://schemas.microsoft.com/office/drawing/2014/main" id="{4FC9AA9E-3247-4578-AB7B-344263470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ous-titre 8">
            <a:extLst>
              <a:ext uri="{FF2B5EF4-FFF2-40B4-BE49-F238E27FC236}">
                <a16:creationId xmlns:a16="http://schemas.microsoft.com/office/drawing/2014/main" id="{C643A78A-BD8E-49CD-926C-A661916BBF2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567478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3A36646-C11A-4AE4-8DDF-C8538C0B5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76A10C1-2580-40E4-B4C5-597CBB0F77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520636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A398FDFB-9020-40FD-A2D4-0B17D983D12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3474683-39DB-404D-8264-E4EB4A1C488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A15E0EAE-901C-4553-B1FE-B1CBB8E9E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50E7D5BB-DEF5-4C52-B76C-5A0341DAFBD9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2827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5E54FD5A-5C6F-482A-A8A8-CB33DBF56F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24CB4B0-A845-4E9F-829C-7A2F1966BD7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7E6A074-FD00-4A1D-B06C-76D75382FA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E4B3B84B-E845-4187-A4F2-40BA7E715FF3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Titre 5">
            <a:extLst>
              <a:ext uri="{FF2B5EF4-FFF2-40B4-BE49-F238E27FC236}">
                <a16:creationId xmlns:a16="http://schemas.microsoft.com/office/drawing/2014/main" id="{1BE24EC9-2A61-4074-BBF3-5E6D3E905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ous-titre 6">
            <a:extLst>
              <a:ext uri="{FF2B5EF4-FFF2-40B4-BE49-F238E27FC236}">
                <a16:creationId xmlns:a16="http://schemas.microsoft.com/office/drawing/2014/main" id="{696B1F09-ED4E-4812-BEF0-EA4993F0F2DC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32289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57FC124-A623-4A0D-836F-744958BE8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61F0706-AAB1-4405-BB64-1B158A41C1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9487B0E-445E-4EE3-AE7F-4E9D7C4DE9D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317787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CBCD65C-2CA7-4C60-A974-A5163041B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0C84965-BEB4-4E09-9C83-D407365407A9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2CE82AD-E562-4852-8426-8B2C9131A95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96361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8326A943-3602-4A19-8FCF-ED1E28DC9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Pictos</a:t>
            </a:r>
            <a:endParaRPr lang="fr-FR" dirty="0"/>
          </a:p>
        </p:txBody>
      </p:sp>
      <p:pic>
        <p:nvPicPr>
          <p:cNvPr id="7" name="Graphique 6">
            <a:extLst>
              <a:ext uri="{FF2B5EF4-FFF2-40B4-BE49-F238E27FC236}">
                <a16:creationId xmlns:a16="http://schemas.microsoft.com/office/drawing/2014/main" id="{D8DDA9B9-6062-4FEC-9BC6-76D6D77647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86965" y="2055592"/>
            <a:ext cx="1120335" cy="3004535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0DD76040-098E-4F6A-A0F3-6280A31BCD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3884" y="1340284"/>
            <a:ext cx="891281" cy="891281"/>
          </a:xfrm>
          <a:prstGeom prst="rect">
            <a:avLst/>
          </a:prstGeom>
        </p:spPr>
      </p:pic>
      <p:sp>
        <p:nvSpPr>
          <p:cNvPr id="16" name="Rectangle 4">
            <a:extLst>
              <a:ext uri="{FF2B5EF4-FFF2-40B4-BE49-F238E27FC236}">
                <a16:creationId xmlns:a16="http://schemas.microsoft.com/office/drawing/2014/main" id="{3032E5DF-6FB2-4872-A7B3-87E7AA499F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5165" y="1601258"/>
            <a:ext cx="252804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F7A916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DOMAINE D_ACTION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rgbClr val="F7A916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7FF24E11-89B3-4355-B57B-16AA5DF5AA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03884" y="2231564"/>
            <a:ext cx="891281" cy="891281"/>
          </a:xfrm>
          <a:prstGeom prst="rect">
            <a:avLst/>
          </a:prstGeom>
        </p:spPr>
      </p:pic>
      <p:sp>
        <p:nvSpPr>
          <p:cNvPr id="19" name="Rectangle 5">
            <a:extLst>
              <a:ext uri="{FF2B5EF4-FFF2-40B4-BE49-F238E27FC236}">
                <a16:creationId xmlns:a16="http://schemas.microsoft.com/office/drawing/2014/main" id="{5BE57EE2-BD09-4BAF-983A-6BC121098E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5165" y="2511143"/>
            <a:ext cx="141642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F7A916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HANDICAP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rgbClr val="F7A916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31ECE8C7-56A7-4EDE-981D-70B00E3097C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03883" y="3210675"/>
            <a:ext cx="891281" cy="891281"/>
          </a:xfrm>
          <a:prstGeom prst="rect">
            <a:avLst/>
          </a:prstGeom>
        </p:spPr>
      </p:pic>
      <p:sp>
        <p:nvSpPr>
          <p:cNvPr id="22" name="Rectangle 6">
            <a:extLst>
              <a:ext uri="{FF2B5EF4-FFF2-40B4-BE49-F238E27FC236}">
                <a16:creationId xmlns:a16="http://schemas.microsoft.com/office/drawing/2014/main" id="{4A35C3AF-64FB-4857-B788-6327CF678E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5164" y="3471649"/>
            <a:ext cx="352761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F7A916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MODALITES D_ENGAGEMENT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rgbClr val="F7A916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4" name="Image 23">
            <a:extLst>
              <a:ext uri="{FF2B5EF4-FFF2-40B4-BE49-F238E27FC236}">
                <a16:creationId xmlns:a16="http://schemas.microsoft.com/office/drawing/2014/main" id="{C4A5E09F-FB2D-4E57-BA13-C53F6DE81DB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39743" y="4203339"/>
            <a:ext cx="894419" cy="891281"/>
          </a:xfrm>
          <a:prstGeom prst="rect">
            <a:avLst/>
          </a:prstGeom>
        </p:spPr>
      </p:pic>
      <p:sp>
        <p:nvSpPr>
          <p:cNvPr id="25" name="Rectangle 7">
            <a:extLst>
              <a:ext uri="{FF2B5EF4-FFF2-40B4-BE49-F238E27FC236}">
                <a16:creationId xmlns:a16="http://schemas.microsoft.com/office/drawing/2014/main" id="{3A67C641-6E4A-4989-98DF-C1E1A584B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5164" y="4464314"/>
            <a:ext cx="294938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F7A916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PERSONNE (SEXE-ÂGE)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rgbClr val="F7A916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7" name="Image 26">
            <a:extLst>
              <a:ext uri="{FF2B5EF4-FFF2-40B4-BE49-F238E27FC236}">
                <a16:creationId xmlns:a16="http://schemas.microsoft.com/office/drawing/2014/main" id="{2A4DA0E3-E61B-4E4D-9914-84017E8AA03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49899" y="1383214"/>
            <a:ext cx="802593" cy="805419"/>
          </a:xfrm>
          <a:prstGeom prst="rect">
            <a:avLst/>
          </a:prstGeom>
        </p:spPr>
      </p:pic>
      <p:sp>
        <p:nvSpPr>
          <p:cNvPr id="28" name="Rectangle 8">
            <a:extLst>
              <a:ext uri="{FF2B5EF4-FFF2-40B4-BE49-F238E27FC236}">
                <a16:creationId xmlns:a16="http://schemas.microsoft.com/office/drawing/2014/main" id="{6BD91FD1-6548-42B5-9BB2-C562C53498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40756" y="1601258"/>
            <a:ext cx="150607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F7A916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PLAIDOYER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rgbClr val="F7A916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30" name="Image 29">
            <a:extLst>
              <a:ext uri="{FF2B5EF4-FFF2-40B4-BE49-F238E27FC236}">
                <a16:creationId xmlns:a16="http://schemas.microsoft.com/office/drawing/2014/main" id="{D28A59F3-B6ED-4C11-854F-44AD0B3C98E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47072" y="2293099"/>
            <a:ext cx="805420" cy="805420"/>
          </a:xfrm>
          <a:prstGeom prst="rect">
            <a:avLst/>
          </a:prstGeom>
        </p:spPr>
      </p:pic>
      <p:sp>
        <p:nvSpPr>
          <p:cNvPr id="31" name="Rectangle 9">
            <a:extLst>
              <a:ext uri="{FF2B5EF4-FFF2-40B4-BE49-F238E27FC236}">
                <a16:creationId xmlns:a16="http://schemas.microsoft.com/office/drawing/2014/main" id="{7804FAF2-49A8-413B-B9F1-AFB7BFC448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40756" y="2372643"/>
            <a:ext cx="310717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F7A916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  <a:hlinkClick r:id="rId1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PUBLIC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F7A916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  <a:hlinkClick r:id="rId1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APF FRANCE HANDICAP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rgbClr val="F7A916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33" name="Image 32">
            <a:extLst>
              <a:ext uri="{FF2B5EF4-FFF2-40B4-BE49-F238E27FC236}">
                <a16:creationId xmlns:a16="http://schemas.microsoft.com/office/drawing/2014/main" id="{87AEAF3B-20EC-475C-A951-7A3CD45AD05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405557" y="3207537"/>
            <a:ext cx="891281" cy="891281"/>
          </a:xfrm>
          <a:prstGeom prst="rect">
            <a:avLst/>
          </a:prstGeom>
        </p:spPr>
      </p:pic>
      <p:sp>
        <p:nvSpPr>
          <p:cNvPr id="34" name="Rectangle 10">
            <a:extLst>
              <a:ext uri="{FF2B5EF4-FFF2-40B4-BE49-F238E27FC236}">
                <a16:creationId xmlns:a16="http://schemas.microsoft.com/office/drawing/2014/main" id="{CDABD085-EA2E-48CC-AD0E-78F545545C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40756" y="3471649"/>
            <a:ext cx="242447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F7A916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  <a:hlinkClick r:id="rId1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RESEAUX SOCIAUX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rgbClr val="F7A916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36" name="Image 35">
            <a:extLst>
              <a:ext uri="{FF2B5EF4-FFF2-40B4-BE49-F238E27FC236}">
                <a16:creationId xmlns:a16="http://schemas.microsoft.com/office/drawing/2014/main" id="{B1618BE4-5F7B-4488-B401-4F4D5831C9AE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402248" y="4133317"/>
            <a:ext cx="894419" cy="894419"/>
          </a:xfrm>
          <a:prstGeom prst="rect">
            <a:avLst/>
          </a:prstGeom>
        </p:spPr>
      </p:pic>
      <p:sp>
        <p:nvSpPr>
          <p:cNvPr id="38" name="Rectangle 12">
            <a:extLst>
              <a:ext uri="{FF2B5EF4-FFF2-40B4-BE49-F238E27FC236}">
                <a16:creationId xmlns:a16="http://schemas.microsoft.com/office/drawing/2014/main" id="{9044EADD-DF2B-4BD6-9C3F-6F7DC7054F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40951" y="4464314"/>
            <a:ext cx="162261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F7A916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  <a:hlinkClick r:id="rId1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UTILITAIRES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rgbClr val="F7A916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D6D162A3-F4EC-46AE-8F0C-7A680888420F}"/>
              </a:ext>
            </a:extLst>
          </p:cNvPr>
          <p:cNvSpPr txBox="1"/>
          <p:nvPr/>
        </p:nvSpPr>
        <p:spPr>
          <a:xfrm>
            <a:off x="3039743" y="5390094"/>
            <a:ext cx="69117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solidFill>
                  <a:srgbClr val="005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Cliquer sur un dossier pour trouver les </a:t>
            </a:r>
            <a:r>
              <a:rPr lang="fr-FR" sz="1600" dirty="0" err="1">
                <a:solidFill>
                  <a:srgbClr val="005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pictos</a:t>
            </a:r>
            <a:r>
              <a:rPr lang="fr-FR" sz="1600" dirty="0">
                <a:solidFill>
                  <a:srgbClr val="00536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thématiques.</a:t>
            </a:r>
          </a:p>
        </p:txBody>
      </p:sp>
    </p:spTree>
    <p:extLst>
      <p:ext uri="{BB962C8B-B14F-4D97-AF65-F5344CB8AC3E}">
        <p14:creationId xmlns:p14="http://schemas.microsoft.com/office/powerpoint/2010/main" val="16692727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007622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d5764cd-a2d3-45bc-9a7c-cb75c0579bf3" xsi:nil="true"/>
    <lcf76f155ced4ddcb4097134ff3c332f xmlns="02dbe0d0-96cb-4370-8eef-2470e15fc97f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B11D83DAE5C1F4EBF90509598CFF654" ma:contentTypeVersion="15" ma:contentTypeDescription="Crée un document." ma:contentTypeScope="" ma:versionID="eff6e86ad9dc76bac23ec122883d8ff5">
  <xsd:schema xmlns:xsd="http://www.w3.org/2001/XMLSchema" xmlns:xs="http://www.w3.org/2001/XMLSchema" xmlns:p="http://schemas.microsoft.com/office/2006/metadata/properties" xmlns:ns2="02dbe0d0-96cb-4370-8eef-2470e15fc97f" xmlns:ns3="0d5764cd-a2d3-45bc-9a7c-cb75c0579bf3" targetNamespace="http://schemas.microsoft.com/office/2006/metadata/properties" ma:root="true" ma:fieldsID="dbdd53f22a5e314a0fcee2b3bfab1728" ns2:_="" ns3:_="">
    <xsd:import namespace="02dbe0d0-96cb-4370-8eef-2470e15fc97f"/>
    <xsd:import namespace="0d5764cd-a2d3-45bc-9a7c-cb75c0579bf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dbe0d0-96cb-4370-8eef-2470e15fc97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Balises d’images" ma:readOnly="false" ma:fieldId="{5cf76f15-5ced-4ddc-b409-7134ff3c332f}" ma:taxonomyMulti="true" ma:sspId="425b25fd-3b64-4ee3-9de6-2ed88bd6883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d5764cd-a2d3-45bc-9a7c-cb75c0579bf3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fdedfd8e-c2ed-4f57-8be4-4910e2e6846e}" ma:internalName="TaxCatchAll" ma:showField="CatchAllData" ma:web="0d5764cd-a2d3-45bc-9a7c-cb75c0579bf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399892F-111B-4B5D-AEE9-A29C23A98D71}">
  <ds:schemaRefs>
    <ds:schemaRef ds:uri="http://schemas.microsoft.com/office/2006/metadata/properties"/>
    <ds:schemaRef ds:uri="http://schemas.microsoft.com/office/infopath/2007/PartnerControls"/>
    <ds:schemaRef ds:uri="0d5764cd-a2d3-45bc-9a7c-cb75c0579bf3"/>
    <ds:schemaRef ds:uri="02dbe0d0-96cb-4370-8eef-2470e15fc97f"/>
  </ds:schemaRefs>
</ds:datastoreItem>
</file>

<file path=customXml/itemProps2.xml><?xml version="1.0" encoding="utf-8"?>
<ds:datastoreItem xmlns:ds="http://schemas.openxmlformats.org/officeDocument/2006/customXml" ds:itemID="{D1E8AEBE-DD28-4B5B-B16A-255637CE0675}"/>
</file>

<file path=customXml/itemProps3.xml><?xml version="1.0" encoding="utf-8"?>
<ds:datastoreItem xmlns:ds="http://schemas.openxmlformats.org/officeDocument/2006/customXml" ds:itemID="{D7AAF587-1452-4A0D-BEB7-00734C003FC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1274</TotalTime>
  <Words>32</Words>
  <Application>Microsoft Office PowerPoint</Application>
  <PresentationFormat>Grand écran</PresentationFormat>
  <Paragraphs>11</Paragraphs>
  <Slides>16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1" baseType="lpstr">
      <vt:lpstr>Aptos</vt:lpstr>
      <vt:lpstr>Arial</vt:lpstr>
      <vt:lpstr>Poppins</vt:lpstr>
      <vt:lpstr>Poppins Black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Pictos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TRAISNEL Morgan</dc:creator>
  <cp:lastModifiedBy>Angelique INTROINI</cp:lastModifiedBy>
  <cp:revision>28</cp:revision>
  <dcterms:created xsi:type="dcterms:W3CDTF">2025-10-07T08:34:08Z</dcterms:created>
  <dcterms:modified xsi:type="dcterms:W3CDTF">2026-03-17T13:37:54Z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0x0101005B11D83DAE5C1F4EBF90509598CFF654</vt:lpwstr>
  </property>
  <property fmtid="{D5CDD505-2E9C-101B-9397-08002B2CF9AE}" pid="3" name="MediaServiceImageTags">
    <vt:lpwstr/>
  </property>
</Properties>
</file>